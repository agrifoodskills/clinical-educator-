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ard 1 Tab"/>
          <p:cNvSpPr>
            <a:spLocks noGrp="1"/>
          </p:cNvSpPr>
          <p:nvPr>
            <p:ph type="body" sz="quarter" idx="1"/>
          </p:nvPr>
        </p:nvSpPr>
        <p:spPr>
          <a:xfrm>
            <a:off x="301752" y="1645920"/>
            <a:ext cx="2018538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1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5" name="Card 1 Body"/>
          <p:cNvSpPr>
            <a:spLocks noGrp="1"/>
          </p:cNvSpPr>
          <p:nvPr>
            <p:ph type="body" sz="quarter" idx="5"/>
          </p:nvPr>
        </p:nvSpPr>
        <p:spPr>
          <a:xfrm>
            <a:off x="301752" y="2148840"/>
            <a:ext cx="2018538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  <p:sp>
        <p:nvSpPr>
          <p:cNvPr id="22" name="Card 2 Tab"/>
          <p:cNvSpPr>
            <a:spLocks noGrp="1"/>
          </p:cNvSpPr>
          <p:nvPr>
            <p:ph type="body" sz="quarter" idx="2"/>
          </p:nvPr>
        </p:nvSpPr>
        <p:spPr>
          <a:xfrm>
            <a:off x="2475738" y="1645920"/>
            <a:ext cx="2018538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2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6" name="Card 2 Body"/>
          <p:cNvSpPr>
            <a:spLocks noGrp="1"/>
          </p:cNvSpPr>
          <p:nvPr>
            <p:ph type="body" sz="quarter" idx="6"/>
          </p:nvPr>
        </p:nvSpPr>
        <p:spPr>
          <a:xfrm>
            <a:off x="2475738" y="2148840"/>
            <a:ext cx="2018538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  <p:sp>
        <p:nvSpPr>
          <p:cNvPr id="23" name="Card 3 Tab"/>
          <p:cNvSpPr>
            <a:spLocks noGrp="1"/>
          </p:cNvSpPr>
          <p:nvPr>
            <p:ph type="body" sz="quarter" idx="3"/>
          </p:nvPr>
        </p:nvSpPr>
        <p:spPr>
          <a:xfrm>
            <a:off x="4649724" y="1645920"/>
            <a:ext cx="2018538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3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7" name="Card 3 Body"/>
          <p:cNvSpPr>
            <a:spLocks noGrp="1"/>
          </p:cNvSpPr>
          <p:nvPr>
            <p:ph type="body" sz="quarter" idx="7"/>
          </p:nvPr>
        </p:nvSpPr>
        <p:spPr>
          <a:xfrm>
            <a:off x="4649724" y="2148840"/>
            <a:ext cx="2018538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  <p:sp>
        <p:nvSpPr>
          <p:cNvPr id="24" name="Card 4 Tab"/>
          <p:cNvSpPr>
            <a:spLocks noGrp="1"/>
          </p:cNvSpPr>
          <p:nvPr>
            <p:ph type="body" sz="quarter" idx="4"/>
          </p:nvPr>
        </p:nvSpPr>
        <p:spPr>
          <a:xfrm>
            <a:off x="6823710" y="1645920"/>
            <a:ext cx="2018538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4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8" name="Card 4 Body"/>
          <p:cNvSpPr>
            <a:spLocks noGrp="1"/>
          </p:cNvSpPr>
          <p:nvPr>
            <p:ph type="body" sz="quarter" idx="8"/>
          </p:nvPr>
        </p:nvSpPr>
        <p:spPr>
          <a:xfrm>
            <a:off x="6823710" y="2148840"/>
            <a:ext cx="2018538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